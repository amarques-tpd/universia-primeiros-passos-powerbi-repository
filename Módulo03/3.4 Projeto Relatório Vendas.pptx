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754DF-A43F-45FF-A302-65F1B9C5F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4220F2-2C99-47DE-A563-B5E5B537A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4B7B2A-7ADA-4435-A32C-E8C61F4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741A1-7940-4C43-9810-9DCCEFCF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E4A45-255C-4753-9963-0FDB401C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37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531D8-5EFD-429C-9AD7-69E33FA1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BFD41-C28B-4C39-B72E-753F20FC0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55D58-630D-4F97-99EE-F237DEFB6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B183AF-1942-47E9-AAC1-32BEA7C6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2AE999-D6AE-41EC-AA0D-2262621D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19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4940B-6FDC-43EE-AF55-1DB65D80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638D06-E8A1-4E30-81C1-CAE1FEACA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8F371B-F215-467C-B2FE-DEC85636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0C9CAE-CA87-40D4-BEC8-9CADCC62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9A2655-C6CA-4B5F-9AA0-5C717CBB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36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684BE-11BB-44CF-BDBF-36DFCE65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4261C9-4E68-49A1-9F82-63FA81727D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431EB7-39E4-4406-84D8-63B924500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B36B0C-7D6A-4819-B784-EFF1EC94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734EF1-FF3B-4461-B93A-625BC7FE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563A62-691F-424E-AC8A-41763BFD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52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DEC9B-59DE-4854-8A60-661F54F4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470551-4D2E-47FD-A5B3-DB10ED32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EA7082-E2D6-4790-BD43-7F44698EB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FE2B0E-A68E-4B85-9A14-9AF5C7B1A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FFB205-EC4E-4287-AED9-32E716AE5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C2A15B-9AA9-4407-AF46-448949E3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9F78E4-CDD9-422C-A914-19A7108F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4DA02DD-8554-477B-B06B-D28517C4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46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AF3F3-51DB-4304-B5B1-34FC1E84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CB67DF-F061-4746-BBEF-69871EE7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50AC4F-BBEB-443D-AC81-EDB63731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D9A513-9D0D-4D61-BEE5-9DD1014E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5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AD34E1-D8C6-4DE3-AC19-11A7CEBE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E35C8E-E9FD-4557-95C8-28D41298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BAD758-23F9-4B68-A74E-7CAC89B2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22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9CB08-8542-4C1D-AFBE-DE5C1164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63E731-A23F-4977-BAFA-A405AEE6F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E33B69-CB32-4E66-AEAF-C5C0A2997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F558D8-AC6F-48D2-9B66-1F9CCE40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1048C7-DB97-484A-BBAE-32EEDF5E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37B98A-5A64-4106-8706-E0B33CC8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14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68577-1AA6-44C4-BC5D-FC4D5887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E7311FC-D42C-4A1A-ABC1-21A735843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2B586D-6BF7-4C99-8659-08CBBCF61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50E7B6-984B-4494-A28A-FFD86DBF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BCB7F6-115D-45A0-B4FC-D18A1980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922B38-F395-40D4-AF9F-00CD887B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130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DB8D1-A3ED-4AD1-975B-886422F9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CA8B31-E8EC-4E11-9D5A-DC6C3D477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7B0E8C-BB29-4645-8545-6EB34469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6F21D-7A9B-46DF-A592-F82E27A8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5A5814-427B-405B-9FCC-84254F6F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65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CA599F-59CB-4043-A1EF-B3D31DFD6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91FBB4-9AA7-4AD6-BBAD-83651FE02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7943D0-7898-4280-B2DD-C3C62875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B19BD9-6FA3-4C62-80DF-563E6902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184A7C-CB94-4EF2-B0A0-8855455E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11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FB7774-B91D-4ECE-B00A-EEC12909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338FF7-E45C-4847-961B-A56A32B6E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4B768C-2320-46AD-BA39-C8464D99D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2C61F-C9C4-42DC-8224-331C800F69D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FAFD83-2AED-4AF5-AB21-2947986F4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3BA1A-3B75-4E23-8204-595185880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6BFCC-FD0A-44FF-8794-07322178C5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88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03CDA24E-2917-434E-8B4E-D994129189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246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03CDA24E-2917-434E-8B4E-D994129189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246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05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FCF7A88F-FCFF-448F-AB88-652218A326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246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FCF7A88F-FCFF-448F-AB88-652218A326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246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0571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C765FDEB-F11B-441E-8FD9-33CFBB18D98C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bd69d9ba-00d2-4812-9eef-164f2ff7039e/3f567076e50e3a4b9100?bookmarkGuid=ddbdfad7-ab90-47ae-bc29-16c400758711&amp;bookmarkUsage=1&amp;ctid=0f90fb33-7d3c-42f8-85b1-d6aa459ddf4c&amp;fromEntryPoint=export&amp;pbi_source=storytelling_addin&quot;"/>
    <we:property name="reportName" value="&quot;3.4 Projeto Relatório Vendas&quot;"/>
    <we:property name="reportState" value="&quot;CONNECTED&quot;"/>
    <we:property name="embedUrl" value="&quot;/reportEmbed?reportId=bd69d9ba-00d2-4812-9eef-164f2ff7039e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3f567076e50e3a4b9100&quot;"/>
    <we:property name="pageDisplayName" value="&quot;Página 1&quot;"/>
    <we:property name="datasetId" value="&quot;36d8793c-010b-4fde-94e0-2cce815ae0bd&quot;"/>
    <we:property name="backgroundColor" value="&quot;#FFFFFF&quot;"/>
    <we:property name="bookmark" value="&quot;H4sIAAAAAAAAA+1aS3PbNhD+Kx5ecvF0Fm8gt9hJHzNpm6nbXDo+LIClzAxNqiTl2PXoD/Vv9I8VJBUnfshqaLdWRjkJXICL3cWHfVGXWSzaeYkXP+EpZc+zH6pYBIx1s6ey/awaiZ57E0ROELxCqbhUlqXZet4VddVmzy+zDpsZdW+LdoFlzykRfz/ez7As3+Csf8qxbGk/m1PT1hWWxZ80Lk5TXbOg5X5G5/OybrBnedRhRz3bs7Q8PScR2Dci7YihK87oiEI3UkWutAGjSQEJlN4xgLSsHRcMkt25pGc9bH9YVx0WVdqmp4FFS5Zbzq3XiqRCiD29LapZuRL447u/Xsx747QnmH6TNfy7tG3PZ7lM6oBHHgAiBvIcFJLhvH83L8putZ2/eHU+b5Klkv1GXodJ71ndpBMos8EiDbWjAS6zw7pcnA6jV9foR/WiCfQL5cNU1RXdReKUFxVWoegN3EvzpqmT6YeZw3pRdc3FQD6p3x82lDZNasJy/0qOF/EsvZ2oN4V4MZs1NMNu9fjqP5Fw7whLGqnfLqrVWcNteY8T5d6jOcX59YP5gKC02btPMLIy+8VwFI9v5+MBEIyDsBClBmaVAwnO843gwkHIg0XXJSFuYYyhAFCEoKxQJqhgnN/IsjhNN/IOXiSNFyCtkVEKY5lWbivwekSzU6q6XcBrrKtFd3iCTXcTtnUTqTkYAfqyaD44QL5/Q/Qn1Xd5/H/er4+46O26imL9u6d17I15UsRIVbYCt/XRKwFWM4hWGWnkxovS0Xnn6/M7rkrONOrAJJA3nsBEBVPDBIdARmvOlUcKWkQP+oFegTNAwwNXyAQ3iJIHN1k8Lgz3gFxEGVQKoCbidMNxkaIxCC6lEjZEHrRhD1XWmZB7G0XyXY48SKfCZGVRQnTAhFMipoNNWYCdzMvnDFkE59D6oJlP+cBkXhGAYmSkTaSUikEAsxWuOQ3jIuyEaw7lok3GpniAzVcP/bnwGDMgETyEXKroOaYsPDk7bR+E4+8LarAJJxev6YzK2wJfzd+e+iDmW2yKseYYlJuo9Kp4umKWXbPDy76a6Zd9Is9q/MeiwL1IexE7HFmtVMl+/PuvdhcuFqa1d16ozTjdgeMfL06Kl4EJn6oHIOCRWcE3B6b746bUNuQxau8dpHgSUtIgppYOKa/yCsAqIVKuIK3VbjtKhyvLfyYm27II1FxTNDulZjbgoz+rQZH5uFFB7ces83LQpP99XSTdR95vsVz0bJ8dUPeeqHrWJ6XD2a4NG+xm2Hhkk6wNBIOs7aOGgdWWI5SVJSVMbrgRiIppJ9jkHEvlWjokIaMGIbVG5WgrcLdDJevXvOhhlWs/pU3Oc8alIgXWgPLANlena+6EjlraYBUPnkKkIEHCxjvxtFg8/Pm7o8dAIjZxNbXNELxb2zEYODAuxJiTMOANt1zHyZW7szwwywxP8RiiJImebYVz3KH+81fn+PC2ecIxOcfABpLCGmWj3/wd5Wnx81tVdO3eUV3G3XFr9+m8cm7Jq1kfA0ruvE4uKdADWokuR44GJKa6g2klrQq45bBIw7zodgcS6/Qd4YBK587kyARwrckyaycnPeg4atF/a40igYEbJdVGXvfXxx6DUYjRRsWijoo7vrkvv0a84MioVF8LwXwUzlv5L/peT4vVl0Ubekf8KFHwy4DrPSqPiA1orecQgxI+pIrT+zD5U0PwHiHPgSsejTCMjJdbDonHy4q+DDysT4d6Ujo1lOiMCsYY7TVTbnL/jJAhCEiI4AFY8hDST077CbUFi5hCIlAUniBs/jZ5vyvMIbcsT6UIAyUgoDFhoqce2N3VU6sXXTvHQG+wojt6awntWEWKq/G6/trwH6Or3tpy+Q9R7gYt3CQAAA==&quot;"/>
    <we:property name="initialStateBookmark" value="&quot;H4sIAAAAAAAAA+1a227cNhD9FUMveTGK4Z3Mm+24F+SKuM1LYRRDcrRWIEtbSevGNfxD/Y3+WClp48TXbWS33mDztNKQGs4MD+fGPcti0c5LPH2Fx5Q9zX6qYhEw1s2WyrazaiTuvn79/OXO2+e/vdp5uZ/I9bwr6qrNnp5lHTYz6t4V7QLLnkUi/nq4nWFZvsFZ/5Zj2dJ2NqemrSssiz9pnJyGumZB59sZfZiXdYM9y4MOO+rZnqTp6T2tzb4TaUUMXXFCBxS6kSpypQ0YTQpIoPSOAaRp7ThhkOzGKT3rYfm9uuqwqNIyPQ0sWrLccm69ViQVQuzpbVHNyqXAn779+XTeW6U9wvSbrOHfp2V7PufnSR3wyANAxECeg0IynPff5kXZLZfzp/sf5k2yVLLfyGsv6T2rm2T6Mhss0lA7GuAs26vLxfHwtH+JflAvmkBvKR+Gqq7oThOnvKiwCkVv4F6aN02dTD+M7NWLqmtOB/JR/cdeQ2nRpCacb1/IsRNP0teJelWIndmsoRl2y9f9/0TCrQMsaaR+v6iWew3X5T1MlDu35hjnlzfmI4LSYu8/w8jS7KfDVjy8nQ8HQDAOwkKUGphVDiQ4z1eCCwchdxddl4S4hjGGAkARgrJCmaCCcX4ly+I4ncgbeJE0XoC0RkYpjGVaubXA6wHNjqnqNgGvsa4W3d4RNt1V2NZNpGZ3BOizovnoAPn2FdEfVd/zw//zfH3CRW/XZfjqvz2uY2/MoyJGqrIluK2PXgmwmkG0ykgjVx6Ujj50vv5ww1HJmUYdmATyxhOYqGBqmOAQyGjNufJIQYvoQd/TK3AGaHjgCpngBlHy4CaLx4XhHpCLKINKAdREnG44LlI0BsGlVMKGyIM27L7KOhNyb6NIvsuRB+lUmKwsSogOmHBKxLSxKQuwk3n5nCGL4BxaHzTzKR+YzCsCUIyMtInEvYEAZi1cc3qMi7ARrjmUizYZm+IuNt889JfCY8yARPAQcqmi55iy8OTstL0Xjn8sqMEmHJ2+oBMqrwt8MX596KOY77ApxppjUG6i0suq6YJZdskOz/pqpp/2mTzL598XBW5F2orY4chqqUr28u+/2k04WJjm3nigVuN0A7Z/PDgpXgYmfKoegIBHZgVfHZjujptS25DHqL13kOJJSEmDmFo6pLzKKwCrhEi5grRWu/UoHS4s/4WYbMsiUHNJ0eyYmtmAj36vBkXm40IFtZ+yzrNBk/73RZF0H3m/w3LRs32yS90fRNWTPikd9vbWsMGuho0HNsmtgWCQtX3QMLBccoSysqSEyQ03AlEx7QSbnGOpXEuHJGTUIKTWqBytBe42qGT9lhfdr3Lth7TJec64VKTAGlAe2Orq9JYzoaOWNljFg6cQKUiQsPJMPC4W917/cPAQSMQmLofWGYI3azsGAwfGhRhzEga84ZbrOLlyd5YHZpnhKR5DlCTRs7VwjhvUf/7mHO/fNk84JucY2EBSWKNs9KvvUR4XP79URdduHdRl3By3dpfOS+eWvJr1MaDkzuvkkgLdo5XocuRoQGKqO5hW0qqAaw6L9JgX3eZA4jZ9Rzig0rkzOTIBXGuyzNrJSQ86jlr0d61RJDBwo6Rayevu+thjMAox2qhY1FFxx1f35W8RLzgyKtXXQjAfhfNW/ou+1+Ni9VnRht4RP0gU/DrgeofKI2IDWus5xKCED6ni9D5MvmoI3iPkOXDFoxGGkfFyzSHxcFnR14GH29OhnpR2DSU6o4IxRnvNlJvcPyNkCAISIngAljyE9JPTfkJtwSKmkAgUhScIq+8m73aFOeSW5akUYaAEBDQmTPTUA7ubemr1omvnGOgNVnRDby2hHatIcfl8W39t+I/ReOGbZCl8uaoh1//z6KIXd37+D8GWqPkFJQAA&quot;"/>
    <we:property name="isFiltersActionButtonVisible" value="false"/>
    <we:property name="isVisualContainerHeaderHidden" value="false"/>
    <we:property name="reportEmbeddedTime" value="&quot;2026-08-13T22:24:27.369Z&quot;"/>
    <we:property name="creatorTenantId" value="&quot;0f90fb33-7d3c-42f8-85b1-d6aa459ddf4c&quot;"/>
    <we:property name="creatorUserId" value="&quot;1003200128C3CD6C&quot;"/>
    <we:property name="creatorSessionId" value="&quot;cf463375-ed88-4016-9536-400e20617bf7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899F68B1-60E7-4F1D-9C68-F3F01A8D0E9B}">
  <we:reference id="wa200003233" version="2.0.0.3" store="pt-BR" storeType="OMEX"/>
  <we:alternateReferences>
    <we:reference id="wa200003233" version="2.0.0.3" store="wa200003233" storeType="OMEX"/>
  </we:alternateReferences>
  <we:properties>
    <we:property name="reportUrl" value="&quot;/groups/me/reports/bd69d9ba-00d2-4812-9eef-164f2ff7039e/0d2dbac05830b5726569?bookmarkGuid=705e7b85-78cc-463d-92f9-f26b18e9800b&amp;bookmarkUsage=1&amp;ctid=0f90fb33-7d3c-42f8-85b1-d6aa459ddf4c&amp;fromEntryPoint=export&quot;"/>
    <we:property name="reportName" value="&quot;3.4 Projeto Relatório Vendas&quot;"/>
    <we:property name="reportState" value="&quot;CONNECTED&quot;"/>
    <we:property name="embedUrl" value="&quot;/reportEmbed?reportId=bd69d9ba-00d2-4812-9eef-164f2ff7039e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0d2dbac05830b5726569&quot;"/>
    <we:property name="pageDisplayName" value="&quot;Página 2&quot;"/>
    <we:property name="datasetId" value="&quot;36d8793c-010b-4fde-94e0-2cce815ae0bd&quot;"/>
    <we:property name="backgroundColor" value="&quot;#FFFFFF&quot;"/>
    <we:property name="bookmark" value="&quot;H4sIAAAAAAAAA+1ZS2/cNhD+K4EuuTgGRVIUmVvspA/UKIzGyKUwCj5GawZaUaEkx1tj/3uH0q7jeNe1oSZt4PRgQxqOhzMfvxnOyNeZ811b69WvegnZy+znxnmrXYjPiuwgayahKnhRVpXj0hJO8kI4klZD2/vQdNnL66zXcQH9O98Nuk6WUPj7+UGm6/pUL9JbpesODrIWYhcaXfs/YVLGpT4OsD7I4KqtQ9TJ5Nte95DMXqI6vqML+SHDHbXt/SW8BdtPUuKoM9qSQjJiipKKQihU6yaF0bO9Ksn0uP1xaHrtG9xm1DXESGaVsZyAcNaWrkzyytf9RsWs3ly1EaPDmFdtAucYfV2EiKjV2RhFhG5y+jr7yUPU0V6sTuAS6iR5s399d+k0BgSrX73T0U+ghCFa2FWc5L9BNS41ve/RGrrc6Mb6BPAawd2c7o0x9HS7AYpfJ7iT2i1/Ns8fBq+fOXjmdK8nU5tQsrPo8Zz7OP3lRfh4HAHtuOwlWR/coPPKXaIfKL0LzavFIsJicmYnpuNQD8s98kfFeiswfKx8P0p/GJoNa8iuv+co6XyzqDes/ESQsymMj6gZkcP18YWOfeK+eY8kS5RYb2mJm72/RbwNL1YjV74XIpyv00rOKqdNpQmzlIMqCKF5cupvIfZLrBSfIzvaklIIx3KVG0JKQ5gW8I9y8gtyyw22/x7Y/5t2Oo7MzzkXea6EKAte3k2DEB3Eo4nwr33cVml6cCeO/zT4RNHEKgeCkoI5oaAwxglmH2Rod6HbPQyl0hCEhZUUtMWrEQyjDzL0XmY85Urxqgl70uVB+nW1txA/Az5bAjYc6SHtMgLbTs55mNaDG5dhxP06O/F4FpPtd7oektnnR7rz9jl6tGXFPQTO7xL46Z/R+vyeW20Er3vyd9qEwvkmv52oMMeBa04MZdSQ+bXCOEYrIZkgjAjOuSln34yMsrxSRICihdIgc07pXL+YcpwRxZmDoiDKObxo59riouS0wEbalEJqq7QFPtdWyQBdKyQhRMvccbQ6O8aSMy4sw2qvpS2UcaVx30Qn8RYWS2i+i04Cu0RY6vZRDfSPMQzteBZfHugps0uLHCWVYhanPTCcEvUw63u46k242uWXVCzPKyEUk1QIbpkENZerCrg1kFsruQIqCCX57BzSUhKHVgho5XSpGLFmfpSmMHlJCJdE429rlZufkTYvOVeOFGgKCHOWUzHbFhccpNKa5AVWWSPJI6qhHtl2NPT9eGvcMemU4jn+0FwyjtUaYBpj5jV231SiPqKwPP3r/X5Q/o2qfxyGpo+rOQ2xAxuWbeh8guMMS+pG73Hz2P/t7Kc7Bp2stW+Onv5Xmg3lvwZ/z6evt7rptt9upwEhhnp8uoUynkOdHJoUPgwQV7jjqPRpp8MU4OFN8Id7QjtM4aAx32E4tW67lDnpQzKKHIzO/wKrbkb3cBIw6ZMDZ9rU8Ade6a50BX3BtVMveFXJF1riaw45lZwyKWx5F5nN8JC8O/VNs3UtgX9fxFswv0pIjzrDHW9REkPok6Xt/jfDH67ZC1+7CM3oz47C3oEbmxh2st3rLCywwN1sNrVk4xC+Z8gPQ9+1OEec6gb2DPsj+Ry4Bwb+8X8QN+P+ev0XCuYi4vwYAAA=&quot;"/>
    <we:property name="initialStateBookmark" value="&quot;H4sIAAAAAAAAA+1Z3U/cOBD/V6q89IUix3acuG9Aex8qbRFFvJxQ5Y/J4iqbpI5D2UP7v9842QXKLgfKtXcVvQdQdjw7Hz//PJ7JXiXWdW2lFu/UHJKXye+1dUbZxj/Lkp2kHoX779+/ebt3/Obju723r1HctME1dZe8vEqC8jMIp67rVRVNoPCPs51EVdWRmsVPpao62Ela8F1Tq8r9CaMyLgXfw3Ingcu2aryKJj8EFSCavUB1/Iy+012GHpUJ7gI+gAmjlFhqtTIkKxjRWU5FJiSqdaPCENlWlWh6cH/Q1EG5Gt0MuproghmpDScgrDG5zaO8dFVYqejF68vWY3aY86KNqBxgrLPGI1xVMmThoRuDvkp+c+CVN+eLQ7iAKkpeb1/fXDryDYIVFqfKuxGUpvcGNhVH+TGUw1IdXEBrGHKtauMiwEsEd7Wt18Yw0rUDFL+KcEe1W/Gsnj/3Tj2z8MyqoEZTq1SSE+9wn4Mfv3nefDnwgHZs8pIsd67R2bMXGAdK70KzN5t5mI3BbOR00FT9fIv8UbneSgwfSxcG6S99vWIN2Yz3DCWdq2fVipU3BDkZ0/iCmh45XB2cKx8i9/UnJFmkxHJNS3T26RbxVrxYDFz5WYhwtowrKSut0qUizFAOMiOEpjGov4XYzbFSfI3sYKsohLAslakmJNeEKQH/6Ex+Q27Z3oSfgf3Hyio/MD/lXKSpFCLPeH73GDTegt8fCf/K+XWVpjt38vhPk48UjayyICjJmBUSMq2tYOZBhnbnqt3CUFpogrCwnIIywhLQjD7I0HuZ8ZQrxV7dbDkuD9Kvq5wB/xXwyRyw4YgP0csAbDsG52Bcb+ywDAPuV8mhw70YbZ+qqo9mn++rzpnnGNGaFfcQOL1L4Ke/R8uze261Abzuyd9pIwpnq/NtRYlnHLjiRFNGNZleK7RltBQFE4QRwTnX+eSbkVGWlpIIkDSTCoqUUzo1LiYtZ0RyZiHLiLQWL9qptrjIOc2wkda5KJSRygCfaitngKFlBSFEFanlaHVyjjlnXBiG1V4VJpPa5tr+EJ3EB5jNof4pOgnsEmGu2kc10L/6pm+Hvfj2QI8nOzfIUVJKZnDaA80pkQ+zPsBl0M3lJr8KydK0FEKyggrBDStATuWqBG40pMYUXAIVhJJ08hlSRUEsWiGgpFW5ZMTo6VnqTKc5IbwgCv8bI+30E2nSnHNpSYamgDBrOBWTbXHBoZBKkTTDKqsL8ohqqAa27fchDLfGHZNWSp7iH00LxrFaA4xjzLTG7oc6qI8oLE//er8flH+j6h80fR38YkpDbME087bpXITjBEvqSu9x89j/7ezNHYNBVsrV+0//Lc2K8t+Dv2fj21tVd+t3t+OA4JtqeLqFMu5DFQMaFT734BfocVC68bQbE9y9Tn53S2q7MR005jpMp1JtF09OfJGMIgtD8G9g0U3oHg4bPPQxgBOlK/iIV7rNbUZfcGXlC16WxQtV4McUUlpwygph8rvIrIaHGN2Rq+t1aBH8+zJeg/ldUnrUHm5EixLfNCFaWvu/Hv5wzZy7ynqoh3g2FLYO3NjEsMO1r5NmhgXu2tnYkg1D+JYhv+lD1+IccaRq2DLsD+SzYB8Y+IffIJLBCZZTh9v7wBdiaNevB5bLvwDXP1bTJRkAAA==&quot;"/>
    <we:property name="isFiltersActionButtonVisible" value="false"/>
    <we:property name="isVisualContainerHeaderHidden" value="false"/>
    <we:property name="reportEmbeddedTime" value="&quot;2026-08-13T22:22:09.267Z&quot;"/>
    <we:property name="creatorTenantId" value="&quot;0f90fb33-7d3c-42f8-85b1-d6aa459ddf4c&quot;"/>
    <we:property name="creatorUserId" value="&quot;1003200128C3CD6C&quot;"/>
    <we:property name="creatorSessionId" value="&quot;63d1e51c-3251-47cb-95ba-6135aceb11e9&quot;"/>
    <we:property name="artifactViewState" value="&quot;live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Antônio Marques</dc:creator>
  <cp:lastModifiedBy>Antônio Marques</cp:lastModifiedBy>
  <cp:revision>3</cp:revision>
  <dcterms:created xsi:type="dcterms:W3CDTF">2026-08-13T22:21:51Z</dcterms:created>
  <dcterms:modified xsi:type="dcterms:W3CDTF">2026-08-13T22:25:10Z</dcterms:modified>
</cp:coreProperties>
</file>