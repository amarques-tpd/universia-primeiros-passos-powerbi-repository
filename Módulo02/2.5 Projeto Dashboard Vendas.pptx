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E64C0B-3B46-4F37-B595-39BA7688CB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0DDC3D8-69CA-4728-A804-857AF6E461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A9CFEB0-E3CA-4294-B263-CB04563B5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E357E-5B59-4A5B-911E-C44188CDD9D6}" type="datetimeFigureOut">
              <a:rPr lang="pt-BR" smtClean="0"/>
              <a:t>31/07/2026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629019-BF33-415E-816B-785681610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07350A8-A953-4EDE-832A-241B1E5BF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0F392-6FB2-4C62-989B-A432A77345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3704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529345-D704-4778-A9EA-70A2DF925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6799674-6E94-4380-A3E5-95D416541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A794B82-43BA-4A90-B925-046008021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E357E-5B59-4A5B-911E-C44188CDD9D6}" type="datetimeFigureOut">
              <a:rPr lang="pt-BR" smtClean="0"/>
              <a:t>31/07/2026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9E0D81C-B325-4664-AD57-E1DB1D82C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7E9A987-42CE-4356-90D3-D574F9094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0F392-6FB2-4C62-989B-A432A77345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5140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8CAD0C-05B8-4D3B-AAA6-B0D79E278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31C6AA1-CD77-49CA-931E-57B7418DBC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C994904-55D9-48D3-BDAD-4F2DEB3F5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E357E-5B59-4A5B-911E-C44188CDD9D6}" type="datetimeFigureOut">
              <a:rPr lang="pt-BR" smtClean="0"/>
              <a:t>31/07/2026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F09FB26-EBB6-4159-B2FB-925C8B026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118B4E9-6E94-425F-B908-C87C1D689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0F392-6FB2-4C62-989B-A432A77345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5015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EEC10A-179F-4E44-A3FF-973A02612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CC581C-A5C6-4141-B8FD-49C07C47E8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F7613C-557C-4EEE-90A1-879EA120BE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FBA8CC1-0305-4D42-88C4-B2F16E012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E357E-5B59-4A5B-911E-C44188CDD9D6}" type="datetimeFigureOut">
              <a:rPr lang="pt-BR" smtClean="0"/>
              <a:t>31/07/2026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F8477FE-9A99-4899-868A-613D4BC10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23AFA04-585B-4DF1-889C-E2FA0F432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0F392-6FB2-4C62-989B-A432A77345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9745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694687-1AB5-4FB1-9141-1169CA957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1C5CF0F-E213-4AC4-B351-A7E429F88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64AF1E0-8422-47E3-ADAB-96D287C145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8720814-80AB-4588-B74B-AEBED1CD71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659C393-C100-4B85-B5AA-FAD72874C8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7768809-C286-47A3-A2A7-024C08E13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E357E-5B59-4A5B-911E-C44188CDD9D6}" type="datetimeFigureOut">
              <a:rPr lang="pt-BR" smtClean="0"/>
              <a:t>31/07/2026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C4D39BC-14D4-43D2-9341-A8084FE2E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3B765C5-B2CD-4A1A-8E21-AE891E7BD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0F392-6FB2-4C62-989B-A432A77345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6308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EFD22C-126E-4FFB-9467-637E9CA43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5E14051-9363-4D14-8E60-373938085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E357E-5B59-4A5B-911E-C44188CDD9D6}" type="datetimeFigureOut">
              <a:rPr lang="pt-BR" smtClean="0"/>
              <a:t>31/07/2026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53594CF-26B3-4C3E-B499-FF5CA1D3B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D6B97FA-4749-41B2-8026-85FE3F1A7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0F392-6FB2-4C62-989B-A432A77345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6558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4140AEB-8DBA-4F42-A075-CB174F24A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E357E-5B59-4A5B-911E-C44188CDD9D6}" type="datetimeFigureOut">
              <a:rPr lang="pt-BR" smtClean="0"/>
              <a:t>31/07/2026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622CD0E-7E88-460B-8A89-5F2F32C94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1D1CDC3-C0F2-4A58-804C-BDC5E7B52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0F392-6FB2-4C62-989B-A432A77345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0106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F26089-0CBF-4C9B-AC2F-EA425C3D2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18F58BD-C19C-40B5-A936-949600048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5C50CEF-0B6C-4AAD-A595-4C395CE5D4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E6DF596-D235-4DE7-866F-799D728EA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E357E-5B59-4A5B-911E-C44188CDD9D6}" type="datetimeFigureOut">
              <a:rPr lang="pt-BR" smtClean="0"/>
              <a:t>31/07/2026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43896D1-CAD0-487D-BD44-9934AD39F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071496E-1195-40CA-8F3E-39BE8EAC9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0F392-6FB2-4C62-989B-A432A77345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1381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420945-2D9F-48B1-839F-9F5477F8B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857AC51-13EE-4DC2-B109-FB540EED39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979550C-5930-4757-9BCA-DEB03D71E9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AE925D8-8D1D-4D89-8856-DDF5A0D54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E357E-5B59-4A5B-911E-C44188CDD9D6}" type="datetimeFigureOut">
              <a:rPr lang="pt-BR" smtClean="0"/>
              <a:t>31/07/2026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DDFC49E-4C45-498C-9304-AD5F47E3D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773E6CD-B5D0-43E9-9035-0DB5F294C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0F392-6FB2-4C62-989B-A432A77345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9083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3478E4-B816-47AA-96AB-3471B17FD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ABDA1FD-911C-408B-9233-B095438C08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CF0DB16-0E4C-4F1E-BA63-36A22C731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E357E-5B59-4A5B-911E-C44188CDD9D6}" type="datetimeFigureOut">
              <a:rPr lang="pt-BR" smtClean="0"/>
              <a:t>31/07/2026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3DDC04-5ABA-4CB6-8820-F1AACAB05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04CFF5-F4DC-4DC6-B392-8D523D81C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0F392-6FB2-4C62-989B-A432A77345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7624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DE9CB5A-AB41-441A-82C0-079B2A46F4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DF4C61D-BE5C-4D46-AA8D-1949C345B3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9A7F410-2272-4599-ACA9-5F704BB04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E357E-5B59-4A5B-911E-C44188CDD9D6}" type="datetimeFigureOut">
              <a:rPr lang="pt-BR" smtClean="0"/>
              <a:t>31/07/2026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8CBBCB3-D535-4171-BBAC-78B79545F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137A426-BEAD-4876-8071-694EBC358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0F392-6FB2-4C62-989B-A432A77345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1483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5D9639E-E06A-4809-BDA2-25FFEF5B1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73ED643-1996-4A25-8033-AEEB7E6F78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39CF72-0F6E-4545-9234-0737415CD8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7E357E-5B59-4A5B-911E-C44188CDD9D6}" type="datetimeFigureOut">
              <a:rPr lang="pt-BR" smtClean="0"/>
              <a:t>31/07/2026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B6D9DA3-BF9E-40C2-BE4E-988BC10769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2A64F78-3B88-417F-BFDA-AA7AB5B4E6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90F392-6FB2-4C62-989B-A432A77345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7582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1/relationships/webextension" Target="../webextensions/webextension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1/relationships/webextension" Target="../webextensions/webextension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Suplemento 3" title="Microsoft Power BI">
                <a:extLst>
                  <a:ext uri="{FF2B5EF4-FFF2-40B4-BE49-F238E27FC236}">
                    <a16:creationId xmlns:a16="http://schemas.microsoft.com/office/drawing/2014/main" id="{0BC61590-5C68-49B1-BBDE-596CC19D2A7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24000" y="712469"/>
              <a:ext cx="9144000" cy="543306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Suplemento 3" title="Microsoft Power BI">
                <a:extLst>
                  <a:ext uri="{FF2B5EF4-FFF2-40B4-BE49-F238E27FC236}">
                    <a16:creationId xmlns:a16="http://schemas.microsoft.com/office/drawing/2014/main" id="{0BC61590-5C68-49B1-BBDE-596CC19D2A7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24000" y="712469"/>
                <a:ext cx="9144000" cy="54330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35744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Suplemento 3" title="Microsoft Power BI">
                <a:extLst>
                  <a:ext uri="{FF2B5EF4-FFF2-40B4-BE49-F238E27FC236}">
                    <a16:creationId xmlns:a16="http://schemas.microsoft.com/office/drawing/2014/main" id="{1EBE4AFA-5CF1-433E-8EC2-8011DA59136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24000" y="712469"/>
              <a:ext cx="9144000" cy="543306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Suplemento 3" title="Microsoft Power BI">
                <a:extLst>
                  <a:ext uri="{FF2B5EF4-FFF2-40B4-BE49-F238E27FC236}">
                    <a16:creationId xmlns:a16="http://schemas.microsoft.com/office/drawing/2014/main" id="{1EBE4AFA-5CF1-433E-8EC2-8011DA59136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24000" y="712469"/>
                <a:ext cx="9144000" cy="54330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67902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C98A7B-E2B7-442D-8B0C-42FBC5664E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2F65AE-636C-41E6-BC76-85F3E34CA9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Suplemento 3" title="Microsoft Power BI">
                <a:extLst>
                  <a:ext uri="{FF2B5EF4-FFF2-40B4-BE49-F238E27FC236}">
                    <a16:creationId xmlns:a16="http://schemas.microsoft.com/office/drawing/2014/main" id="{2503E955-8D3A-47D9-B055-12770C7B86D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24000" y="712469"/>
              <a:ext cx="9144000" cy="543306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Suplemento 3" title="Microsoft Power BI">
                <a:extLst>
                  <a:ext uri="{FF2B5EF4-FFF2-40B4-BE49-F238E27FC236}">
                    <a16:creationId xmlns:a16="http://schemas.microsoft.com/office/drawing/2014/main" id="{2503E955-8D3A-47D9-B055-12770C7B86D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24000" y="712469"/>
                <a:ext cx="9144000" cy="54330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04070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webextensions/_rels/webextension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webextensions/_rels/webextension3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webextensions/webextension1.xml><?xml version="1.0" encoding="utf-8"?>
<we:webextension xmlns:we="http://schemas.microsoft.com/office/webextensions/webextension/2010/11" id="{6F84AC29-17C1-43A4-AB04-617E2E249997}">
  <we:reference id="wa200003233" version="2.0.0.3" store="pt-BR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FFFFFF&quot;"/>
    <we:property name="bookmark" value="&quot;H4sIAAAAAAAAA+1YX0/jOBD/KlVe9qVU+dcm4Y0trA4td0IL4h5O6OTY09QrN87aDkcP9Qvt17gvdmM7KRQK7LLobgU8tHLGk/Fv/nomVwHjuhFk+RtZQLAbHNaMU8KkGkTBMKg9MU0mcZSEOSmKdJJlUZJnIe7KxnBZ62D3KjBEVWDOuG6JsJKQ+Mf5MCBCHJPKPs2I0DAMGlBa1kTwv8Ez45ZRLayGAVw2QipiRZ4YYsCKvUB2fEYI0SjBEwk1/AJOgJqOmtIkz2mejidxmJZpNKEFsmnP4JBtZbGi3fFTWRvCazzG0sI4pzRkRRzif1ySSZ473hkXpmMplweXjULtUOdlY42zxy5ITYEFTgUF2iO+Cn7hoIii8+URXICwlIPt+3e3jpVES5nlGVHcW0S2isJdRk//BDO3VRtuUBrirRESt9ZdoWU7166FIdL+ACTvW1tbtht4uvWXlpMBgwEjhnhRnSrBXi3d81z+NVWAEliwG66Ga6NMkVRJhaEkXpVdfv3nq36yYaZStIv6icrcQH4C1QJq8yCOe6N2r6oUVN4ed5A8F8LBCRHgqR/ausvm8C7ec6RoXleiqxbXiXvq1aCi1ZiawDyy6ZwoYytT+RlLgE3YVV808PTPN8pC54ely+SXHJFdpr5sJbu0O19ZYp4Vk9mYzfIxxBOaFiEbj9+q+FsV/+Eq/mg10oJTUBv1J1gAdkZ2UQG2GfYlDLrGA+SgrwNzc3XWdz4xlkglF+61TlXrjLU1jiR6x2p5SkoBf47TLC3yMN8pxmm+k+Y03int33iW5imLsLnJUnzdA0aVhsHvc6yfTjw2Q4z3hf/wVpnXHcs3XAC9OxHorbrvAw4PPSOidU0iyjzixhvmypORLw6j5Mhy2oy2P/uO9dMW6y0kc/YFl9Fbxb17TzSn74LVyou7505Yg3rZ0f26boRhQAmdA/vgUmvfDzuHBhbe0ZxZYJriaYfMtziLBnHovuHpnz7y2hYBe8LMfH8v9JQ03Zo8w+ATr+bmnkjvE8ddhJuTnd0KbB5hopBa92OWN4OSwq36HEA2YS3pd7+0oJaokeO49t3I6jNae220xScjCxqFcY3mEqTRtpLagQ9JDJxxPsLyO2rL8xvUoTvmdd1Ds6nxAxq7yLtH5c1zkElJ6VzZG2NdgnCPzrlgCuouTm8xPFw37VmnssKran1YV/mKkpIyz6K0yOIIJ+IiIZlLgYcuNgOXppSXm521lUYzFuW0DEnCWJmEJM3C8NFe67+YgXDJWvoqZqCGw9a5RyoG6r2fcPa56j+aYENx8PNoa0P18QHt+aPCjwqzGZlE2ThKaUHTJBnHOcBb+H7bRwb05+AYrQC3nBo9IYQJ8v78MfyQyv9nHLtQ3jZyyNbohlA4JjVs6ZxdI8CAPdI9u0+36955tfoX5C7I8DMWAAA=&quot;"/>
    <we:property name="creatorSessionId" value="&quot;0a738708-2963-494c-ad91-b2dd8f396740&quot;"/>
    <we:property name="creatorTenantId" value="&quot;0f90fb33-7d3c-42f8-85b1-d6aa459ddf4c&quot;"/>
    <we:property name="creatorUserId" value="&quot;1003200128C3CD6C&quot;"/>
    <we:property name="datasetId" value="&quot;98c66337-f60c-402a-9f17-73ed78925d6c&quot;"/>
    <we:property name="embedUrl" value="&quot;/reportEmbed?reportId=7be07572-a6b4-4160-b923-d0b14fcaf643&amp;config=eyJjbHVzdGVyVXJsIjoiaHR0cHM6Ly9XQUJJLUJSQVpJTC1TT1VUSC1CLVBSSU1BUlktcmVkaXJlY3QuYW5hbHlzaXMud2luZG93cy5uZXQiLCJlbWJlZEZlYXR1cmVzIjp7InVzYWdlTWV0cmljc1ZOZXh0Ijp0cnVlfX0%3D&amp;disableSensitivityBanner=true&amp;storytellingChangeViewModeShortcutKeys=true&quot;"/>
    <we:property name="initialStateBookmark" value="&quot;H4sIAAAAAAAAA+1YX0/jOBD/KpVf9qVUSZq2KW+lsDoE7FaAuIcTWjn2NPXKjbOOw9FD/UL3Ne6L3dhOCoVCd1l0twIeQMl4Mn9+88czvSFclIWki090DmSXHOZcMMqVboWkTXJP3Pv8+ehkdHr05dPo5ADJqjBC5SXZvSGG6gzMhSgrKq0IJP5x2SZUygnN7NuUyhLapABdqpxK8Rd4ZjwyuoJlm8B1IZWmVuSZoQas2Ctkx3fUHXa6qJEyI67gDJipqTHrJglL4l4/CuI0DvtsiGylZ3CWbWSxop36scoNFTmqsbQgShgL+DAK8H+U0n6SON6pkKZmSRcH14VG79DnRWFRGfErmjPgxLmgofQW35DfBGiq2WxxDFcgLeVg8/nDo4lWiJRZXFAtPCKq0gweMnr6KUzdUW6EQWlob44mCYvuEpGtY7oShpY2CpC8b7G2bHfsqZ+/VYK2OLQ4NdSLql0ho1y595n6c6wBJXCyGyzbK1DGSMqUxhySbwqXk3/+Lp8NzFjJap4/05k7lp9BNofcPGnHo1k7yjINmcfjgSUvZWHrjErw1I9VXldz8NDeS6SUIs9k3S1uC/fcu8FkVWJpAveWjWdUG9uZ0q/YAmzBLpumgdq/3mkLdRwWrpJfc0bWlfq6nazL7nJpiclg2J/2+DTpQdRn8TDgvd57F3/v4j/dxbd2o1IKBnqt/5A54GRkHzLAMcN+hElXeAMFlLeJuf500Uw+EbZIrebus9pVG4wVGscKo2O9PKephC+9eBAPkyDZGfbiZCdOWLST2n+9aZzEPMThZhDj595gdKlNfp9h/3TicRjiomn8h/fafFmzfMcF0IQTDb3X933CodILKis3JKLMY2E8MDeejHxREHaPLaetaPtnv7Fx2oDeXHGHL7iK3ijuwx4tBftAlksv7pE7YWXU687ut3UjtAmjbAb8oyutfb/lHBqY+0ALbg0rGWo75H7EmRdoR9kMPM3bkchtE7AapubHZ6HnlOnG4mmTU5HNzCOZ3hSOuwjXVzp7RGwdYaHQvGzWLA+DVtI9NTWAbNIi6U+/VaAX6JHjuI1dx/rTWUWtsyEmHWs0ChMlwiVpUdpOahc+JHFw4BzB4gd6y8sD6qybiDxvTLOl8RMeu8x7xOV1PciklXKhbMBYtSA8YzMhuYa8ztN7DE/3TavrXGV4Va2U1Z1vmDKaJoMwHg6iEDfiYZcOXAk8dbEZuDapul6frK00NuBhwtKAdjlPuwGNB0Gwddb6L3YgfOQVexM7UCFg496jNAe95zecfaGbH01woDj4dby1qbp9QXv5rPCrwnRK++GgF8ZsyOJutxclAO/p+30/MmA8WxNEAe4FNXxGClPk/fVz+CmX/888dqm8aeVQlSkLymBCc9gwObtBgAPfMj27n26JU4JBE3jbbvnA3jerWXu5/BfftYEtXBYAAA==&quot;"/>
    <we:property name="isFiltersActionButtonVisible" value="true"/>
    <we:property name="isVisualContainerHeaderHidden" value="false"/>
    <we:property name="pageDisplayName" value="&quot;Página 1&quot;"/>
    <we:property name="pageName" value="&quot;14c388c8456204b416c9&quot;"/>
    <we:property name="reportEmbeddedTime" value="&quot;2026-07-31T23:44:20.763Z&quot;"/>
    <we:property name="reportName" value="&quot;2.5 Projeto Dashboard Vendas&quot;"/>
    <we:property name="reportState" value="&quot;CONNECTED&quot;"/>
    <we:property name="reportUrl" value="&quot;/groups/me/reports/7be07572-a6b4-4160-b923-d0b14fcaf643/14c388c8456204b416c9?bookmarkGuid=eb0b15bf-452d-4430-b210-d7d16e7d9163&amp;bookmarkUsage=1&amp;ctid=0f90fb33-7d3c-42f8-85b1-d6aa459ddf4c&amp;fromEntryPoint=export&quot;"/>
  </we:properties>
  <we:bindings/>
  <we:snapshot xmlns:r="http://schemas.openxmlformats.org/officeDocument/2006/relationships" r:embed="rId1"/>
</we:webextension>
</file>

<file path=ppt/webextensions/webextension2.xml><?xml version="1.0" encoding="utf-8"?>
<we:webextension xmlns:we="http://schemas.microsoft.com/office/webextensions/webextension/2010/11" id="{E7C82E42-CC84-4B2F-AFAA-31C3BA99E76A}">
  <we:reference id="wa200003233" version="2.0.0.3" store="pt-BR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FFFFFF&quot;"/>
    <we:property name="bookmark" value="&quot;H4sIAAAAAAAAA+1X224TMRD9lcjPEfLesuu+lbQIpIIqAn1BeRivZ1NXrr14vaGhyg/xG/wY9u629EJTqYI2FPIS78xk5pyZY69zToRsagWrd3CKZIe80UKWIIwdRWRMdG/EiPIiyxnjeZFHk2xCaey9pnbS6IbsnBMHdoHuSDYtqJDJGz/NxwSUOoRFeKpANTgmNdrGaFDyK/bB3uVsi+sxwbNaGQsh5cyBw5B26cP9s4cQvUh8RSidXOIMS9db8zRlhWBQQEpRCAqUpj6s6QM6ZL8MCam78lOjHUjtywRbnJRJhRQ4RV4wCmUZi2CvpHJDCF/tn9XWs/OcV3VoztRjXRjru6ZIx8Ji04M+J1Oj2tNutX/NPjOtLfE9Vp1LO+lWPlMlNehShqasfUMOrfHt6jxT02pnV5352HyZWvRFPTS6Hl/i2BVL/2tvvQlid7GwuAA3PO7/EYSjGSjsra9aPcyH3sY795ZG6oUa5v9zFB96GqVqG99sFD2y6TFYF7TGT/xQwwh8AmMF2perbgp70l7IIR7fIPGkzNfzC7364JMrihwE08P//QqZr4NrMskTKnJalAmWDAvG2P1SvlNCryVasOXx6gCXqG6jvfTfdl1gPAIr+83dMXsg4+GUukxGrjVhLxwbIewKnmH9uZUwEjgS4KBPNVAhu9ps3Feb9vdz7svb79+aLT5w/LKS7pEOnPv38XNWwrBDnjfJQe796ZlnjIoqgQyZSHjm7z0R/X8ReNx9WUvc/pf/XWyf9uWfI0uyNEYqioILmiY8Sh/+8v/L7o9gxeDaZuHcfWsMJshiXkVphIwiMARa8nzLB/hRS9eMZkaJf2eImzj3g+QxpDGnk5KKKGMQF8h4SL6RvcMzx83Zderd56qFnKL/zx0WpnVNDSUegsauMXUPUWIX58UAWqAY1jZ8H0ivo770Eag2VO3+oZOuTDhF1j8A/jRfDBoQAAA=&quot;"/>
    <we:property name="creatorSessionId" value="&quot;0cfd1bfe-7b2a-446a-82a5-a930342ad82e&quot;"/>
    <we:property name="creatorTenantId" value="&quot;0f90fb33-7d3c-42f8-85b1-d6aa459ddf4c&quot;"/>
    <we:property name="creatorUserId" value="&quot;1003200128C3CD6C&quot;"/>
    <we:property name="datasetId" value="&quot;98c66337-f60c-402a-9f17-73ed78925d6c&quot;"/>
    <we:property name="embedUrl" value="&quot;/reportEmbed?reportId=7be07572-a6b4-4160-b923-d0b14fcaf643&amp;config=eyJjbHVzdGVyVXJsIjoiaHR0cHM6Ly9XQUJJLUJSQVpJTC1TT1VUSC1CLVBSSU1BUlktcmVkaXJlY3QuYW5hbHlzaXMud2luZG93cy5uZXQiLCJlbWJlZEZlYXR1cmVzIjp7InVzYWdlTWV0cmljc1ZOZXh0Ijp0cnVlfX0%3D&amp;disableSensitivityBanner=true&amp;storytellingChangeViewModeShortcutKeys=true&quot;"/>
    <we:property name="initialStateBookmark" value="&quot;H4sIAAAAAAAAA+1X227bMAz9lUDPwaDYTmPvLU0zbOgVzdaXIRgoi05VqJIny1myIj+039iPTbLcrpc1BYqtzbrlJTJJk+eQR7J9QbioSgnLAzhH8pq8U1zkwLXp9EiXqGDcPjzc3R8e7346GO6PnVmXVmhVkdcXxIKZoT0RVQ3Sp3DGj9MuASmPYOavCpAVdkmJptIKpPiKIdi5rKlx1SW4KKU24FNOLFj0aecu3F272r1XsasIuRVznGBug3WQJFnKM0ghocg5BUoTF1aFgAbZL0N86qb8SCsLQrky3hbFeVwgBUaRpRmFPI+4txdC2jaELceL0jh2jvOy9F0ZOawzbVy7JGlYGKwC6Asy0rI+b1bjG/aJrk2Ox1g0LmWFXbpMhVCgcuGbsnINOTLatavxjHStrFk25lP9ZWTQFXXQ6Kp7hWPI5+5uZ70NYjibGZyBbS/HfwRhZwISg/VNrdr50Lt4p85SCTWT7fx/juJ9oJHLunLNRh6QjU7BWK81duaG6kfgEmjD0WwvmynsCHMph6h7i8SzMl9NL/Xqgs+uKbIVTID/+xUyXXnX1tYgpnxA0zzGPMM0y7KHpXyvhN4KNGDy0+UezlHeRXvlv+u6xHgCRoTN3TB7JOP2eLpKRm40YccfGz7sGp52/bkW0OHY4WAhpGqpkKHSa/fVuv39kvuy//1btcEHjlsWwj7RgfPwPn7JSmh3yMsm2co9nJ6DfkZ5EUMfMx6zfsYGPfr/ReBp92UpcPMf/vexfd6H/wCzuJ9ESHmaMk6TmPWSxz/8/7L3RzC8dW2ycO5/a/Qm6Ees6CU9zChChkBzNtjwAX5QwladiZb83xniOs5hkCyCJGJ0K6e8188gSjFjPvla9hYXlunFTerN77qFnKP75vYLXduqhByPQGHTmDJAFNjEOTGA4sjbtfH/e8LpKJQ+AVn7qs0XOmmKODSCSXzgBv/dThpY/tRZ/QBjrhnBQxAAAA==&quot;"/>
    <we:property name="isFiltersActionButtonVisible" value="true"/>
    <we:property name="isVisualContainerHeaderHidden" value="false"/>
    <we:property name="pageDisplayName" value="&quot;Página 2&quot;"/>
    <we:property name="pageName" value="&quot;74498d9a8a40edd0a004&quot;"/>
    <we:property name="reportEmbeddedTime" value="&quot;2026-07-31T23:46:37.829Z&quot;"/>
    <we:property name="reportName" value="&quot;2.5 Projeto Dashboard Vendas&quot;"/>
    <we:property name="reportState" value="&quot;CONNECTED&quot;"/>
    <we:property name="reportUrl" value="&quot;/groups/me/reports/7be07572-a6b4-4160-b923-d0b14fcaf643/74498d9a8a40edd0a004?bookmarkGuid=ad9a2f62-ecc8-44e0-a2a2-c23386671cdb&amp;bookmarkUsage=1&amp;ctid=0f90fb33-7d3c-42f8-85b1-d6aa459ddf4c&amp;fromEntryPoint=export&quot;"/>
  </we:properties>
  <we:bindings/>
  <we:snapshot xmlns:r="http://schemas.openxmlformats.org/officeDocument/2006/relationships" r:embed="rId1"/>
</we:webextension>
</file>

<file path=ppt/webextensions/webextension3.xml><?xml version="1.0" encoding="utf-8"?>
<we:webextension xmlns:we="http://schemas.microsoft.com/office/webextensions/webextension/2010/11" id="{36AFE725-0CFA-46E5-9C06-D01B1E162D36}">
  <we:reference id="wa200003233" version="2.0.0.3" store="pt-BR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FFFFFF&quot;"/>
    <we:property name="bookmark" value="&quot;H4sIAAAAAAAAA+VWTY/TMBD9K5XPFXK6TdL0tpQiISFUUdgL6mFiT7JeuXbkOKWh6n9n7HQpWxBc+KjgFPvNZObNm7HlA5OqbTT0b2CLbM5eGakESOtGCRszM4B5llaCZxJzKdJM5HmS3ZDVNl5Z07L5gXlwNfo71XagQyQCP2zGDLReQR12FegWx6xB11oDWn3CwZlM3nV4HDPcN9o6CCHXHjyGsDtypz1RSJ6FjCC82uEahR/QWcEnkFWiAJSQc5jyJCW3dnCIzL7rEkLH9AtrPChDaQLGpZwlPAMQ5SQTJZeiFAGvlPYnl7Jf7htH1VHNfRPEWRDX2jpSTbNYhcN2IH1gC6u7bVwtn+Br2zmBb7GKJuOV7ylSpQwYoYIoRxJk5SzJFS0L2xnv+gjf248Lh5RUsjk/jr/wuJU7+pvQSxK3de2wBn/aLn8LQ1pWykf0ZWdO/eHf8t0Q0ipT61P/z614N5SxhSaMVvlAPQyKHx+7ThkevurrSfY+tuLX67w5BlNaFDMu8hSTUk6LfDKVE7iKgVhjvUXj/4eBaBQu7sH5y6mwTqJ7PvT/hXKPd8JkfEH8r1Z73PzJ8T1PxTC+BdxM8yLNZ5ngCc9xlk/itfpDvT3ufWn3T+UO0WBWlIWUaSGynHMEwTm/isNw/bfjaA0a258fhmvh+94o347WVst/60aPc3xmwrZIz5awsJ1vGxC4AoMxfzOEUBj9qAVgZKg3rl34vlY09UO5d6C7UGl85LCYJmb7DBGwZ9ldCQAA&quot;"/>
    <we:property name="creatorSessionId" value="&quot;38019553-ffcc-4c4c-b0ae-b02afb6e75ce&quot;"/>
    <we:property name="creatorTenantId" value="&quot;0f90fb33-7d3c-42f8-85b1-d6aa459ddf4c&quot;"/>
    <we:property name="creatorUserId" value="&quot;1003200128C3CD6C&quot;"/>
    <we:property name="datasetId" value="&quot;98c66337-f60c-402a-9f17-73ed78925d6c&quot;"/>
    <we:property name="embedUrl" value="&quot;/reportEmbed?reportId=7be07572-a6b4-4160-b923-d0b14fcaf643&amp;config=eyJjbHVzdGVyVXJsIjoiaHR0cHM6Ly9XQUJJLUJSQVpJTC1TT1VUSC1CLVBSSU1BUlktcmVkaXJlY3QuYW5hbHlzaXMud2luZG93cy5uZXQiLCJlbWJlZEZlYXR1cmVzIjp7InVzYWdlTWV0cmljc1ZOZXh0Ijp0cnVlfX0%3D&amp;disableSensitivityBanner=true&amp;storytellingChangeViewModeShortcutKeys=true&quot;"/>
    <we:property name="initialStateBookmark" value="&quot;H4sIAAAAAAAAA+VW32/aMBD+Vyo/o8lQIIQ3mjFp6tqisvZlQtPFvqSujB05DoMh/vedHTpWNq0v+4G2p9ifL3fffXc+ecukqisNm2tYIhuzt0YqAdK6sy7rMNOCFzc3l1eT28uP15OrKcG28sqamo23zIMr0d+rugEdXBD4YdFhoPUMyrArQNfYYRW62hrQ6jO2xnTkXYO7DsN1pa2D4HLuwWNwuyJz2lPs7qtzigjCqxXOUfgWHaW8B8NCpIASEg593h2QWd0aRGY/NAmuY/jMGg/KUJiAcSlHXT4EEHlvKHIuRS4CXijt9yb5ZrquHGVHOW+qoEpGXEvrSC7NYhYO65b0lmVWN8u4mj7D57ZxAm+xiEfGK78hT4UyYIQKouxIkJmzJFc8yWxjvNtE+MF+yhxSUMnGfNf5ymMiV/Q3occkJmXpsAS/305/C0NaFspH9E1j9vXh3/NdEFIrU+p9/Q+leN+msYQqtFb+SDUMiu+eqk4RHr+p6172TSzFr9d5sQtHgzQdcZEMsJvLfpr0+rIHJ9EQcyyXaPz/0BCVwuwBnD/uCuskuou2/q+Ve5oJvc4R8b+a7W7xJ9v30BVt+6Zw3k/SQTIaCt7lCY6SXhyrP9Xb49rndv1c7uANRmmeSjlIxTDhHEFwzk/iMpz+dDybg8b65ctwKnzvjPL12dxq+W9N9NjHByZsifRsCQvb+LoCgTMwGONXrQuF0Y5KAEaGfOPahe87RV3fpnsPugmZxkcOi0FIAZVrfOGH8PRhkVZk9wUYwUFhhgkAAA==&quot;"/>
    <we:property name="isFiltersActionButtonVisible" value="true"/>
    <we:property name="isTitleSuggestionsDialogDismissed" value="true"/>
    <we:property name="isVisualContainerHeaderHidden" value="false"/>
    <we:property name="pageDisplayName" value="&quot;Página 3&quot;"/>
    <we:property name="pageName" value="&quot;8902a6fc9aeda70a4015&quot;"/>
    <we:property name="reportEmbeddedTime" value="&quot;2026-07-31T23:41:45.555Z&quot;"/>
    <we:property name="reportName" value="&quot;2.5 Projeto Dashboard Vendas&quot;"/>
    <we:property name="reportState" value="&quot;CONNECTED&quot;"/>
    <we:property name="reportUrl" value="&quot;/groups/me/reports/7be07572-a6b4-4160-b923-d0b14fcaf643/8902a6fc9aeda70a4015?bookmarkGuid=424c11f1-1f83-450f-8c4d-01e88e469e59&amp;bookmarkUsage=1&amp;ctid=0f90fb33-7d3c-42f8-85b1-d6aa459ddf4c&amp;fromEntryPoint=export&quot;"/>
  </we:properties>
  <we:bindings/>
  <we:snapshot xmlns:r="http://schemas.openxmlformats.org/officeDocument/2006/relationships" r:embed="rId1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Antônio Marques</dc:creator>
  <cp:lastModifiedBy>Antônio Marques</cp:lastModifiedBy>
  <cp:revision>2</cp:revision>
  <dcterms:created xsi:type="dcterms:W3CDTF">2026-07-31T23:43:38Z</dcterms:created>
  <dcterms:modified xsi:type="dcterms:W3CDTF">2026-07-31T23:50:28Z</dcterms:modified>
</cp:coreProperties>
</file>